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共</a:t>
            </a:r>
            <a:r>
              <a:rPr lang="en-US" altLang="zh-CN" dirty="0"/>
              <a:t>9428</a:t>
            </a:r>
            <a:r>
              <a:rPr lang="zh-CN" altLang="en-US" dirty="0"/>
              <a:t>个</a:t>
            </a:r>
            <a:r>
              <a:rPr lang="en-US" altLang="zh-CN" dirty="0"/>
              <a:t>.</a:t>
            </a:r>
            <a:r>
              <a:rPr lang="en-US" altLang="zh-CN" dirty="0" err="1"/>
              <a:t>cif</a:t>
            </a:r>
            <a:r>
              <a:rPr lang="zh-CN" altLang="en-US" dirty="0"/>
              <a:t>文件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C4D-462A-9CED-A7CF89155D7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C4D-462A-9CED-A7CF89155D7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C4D-462A-9CED-A7CF89155D7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C4D-462A-9CED-A7CF89155D7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0C4D-462A-9CED-A7CF89155D7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纯RNA</c:v>
                </c:pt>
                <c:pt idx="1">
                  <c:v>RNA-蛋白质</c:v>
                </c:pt>
                <c:pt idx="2">
                  <c:v>游离核糖体</c:v>
                </c:pt>
                <c:pt idx="3">
                  <c:v>RNA-核糖体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1977</c:v>
                </c:pt>
                <c:pt idx="1">
                  <c:v>4368</c:v>
                </c:pt>
                <c:pt idx="2">
                  <c:v>1383</c:v>
                </c:pt>
                <c:pt idx="3">
                  <c:v>1599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C8-4C78-85DF-338CE917B1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E803F-E891-4F14-A328-E54E4081CF79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7DFDE-A632-4726-B802-E42C0FDAE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93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9428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211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加一下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5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42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7C76C-C94C-8266-6EBB-CBE0F6087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73403C-B0F7-1AF5-F5C3-0B2CABF51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7659EB-30E2-2D39-D185-60D268C1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6D357-EB63-CB24-69CB-440C331C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3D7D90-528C-BBA0-4880-CFB84DFD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0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20952-1926-EB09-F1A0-8C00E7CB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57EA7-A62D-91C6-553E-68D055740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B10D59-C292-71D3-0D95-5B753AC2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95DEE-7D5E-8DBD-68D3-F42ECE7A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DE566-BF0B-10CD-1C28-6BE765DC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782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543C3-9E2D-561C-3FEA-5EEF466D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79051-A18F-B196-176F-A7A5D8F9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AC403-9E2F-E5BF-80F7-2B974FE4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325DF-CBDC-2BFF-B58E-F8D90C75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BC94E1-3E09-15FE-8BF8-D9DED9EB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25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7700F-FDE4-68AE-5FC7-DC08C764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469952-C49E-EBAC-AB4D-ECB1D444D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572B91-135B-F221-A68C-6E180868B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EE84A5-7649-0C3C-D49E-97443A4B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DF3DDA-B8E4-AF6D-7F45-85E2652D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ABF3F5-85B3-1D70-30BE-1DDD41F0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69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C7BAC-7F02-6ADE-B6B1-448BE26CF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661251-1215-FA44-43C0-F6C673C7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96C9E9-573A-D040-64B3-0E39975EC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07BFC6-C4ED-582F-7B7A-528ECE6F4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4CF01C-D969-F12A-8F6A-CB24A0A78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C9B088-6D2D-4BEE-2453-E762B81A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AEEAC-B5C1-43EB-B703-814AC47C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723DF1-B9F6-6949-17CD-810ECC4D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39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05E57-229E-98D8-ADE8-46C0D9F8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0884F8-1D8F-043B-C039-628AAFE5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47E230-5564-B443-A78A-77E2C97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2583CB-1429-5E6E-B9C0-FF577439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97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1B9D2C-EAC7-1E70-0372-75CEAC2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BE5143-5A1F-CCE7-AF7E-4D9FF154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299B5-A7FB-931B-722D-44FA30A6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46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EDEE7-F874-11FE-678E-91A9B9B4A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97F84-837B-1C3A-4702-501D9B634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9D6EE1-E1ED-5F53-0CBF-F6888519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FFD000-FD8B-83F2-50A2-BFD54E40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ECFA44-0B6F-91D3-0815-B55BFEF02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20AEE9-AEB2-30CC-1532-2078A29E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233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B2738-8115-C87F-6887-9EC5BAB90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B334AB-FDE4-491A-0713-26E3AC9F8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FDB759-4CB7-EF2B-8F70-7A9BB00D5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BF5195-99DF-0DA1-3FED-51FA3F6D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52923-3D37-7F5E-D26D-5A7B2E1A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00C4EE-44D2-FA15-27A9-6231FC44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0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DDA72-9BFA-4789-A1D7-ACC52F12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7EB79-697D-CBB0-DB85-463BD9A85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64BA4-9537-22FE-585E-C6F8C82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ED4F5-184D-DC42-09BD-1160C03C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8A1BA-4949-324A-FA6A-A2543739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60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57B154-74E3-1011-5BBC-6FA81E284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39723E-9D0E-CA98-F003-FE8D437F4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02F07C-82E3-C580-0336-7F4BD9C37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A0D6F7-E6D8-F8E0-1AF3-7E442C2E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6E0B1-5817-9CE7-3E5A-E5F83A0B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33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FCBB06-B653-774E-3CB2-8308833BF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4B102-798E-D43D-910B-56771B66C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B0E3D-94B9-25FB-0DFB-469BE0456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93D9D-5A04-45BF-B8B1-4218537275F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23E5FA-1AC2-3B28-72C8-257033EF5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80FA8-A0B4-471D-F2B3-91458952B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27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51A39-34E8-69B1-DCDA-A3F99211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99" y="42409"/>
            <a:ext cx="10515600" cy="1325563"/>
          </a:xfrm>
        </p:spPr>
        <p:txBody>
          <a:bodyPr/>
          <a:lstStyle/>
          <a:p>
            <a:r>
              <a:rPr lang="en-US" altLang="zh-CN" b="1" dirty="0"/>
              <a:t>Overview</a:t>
            </a:r>
            <a:endParaRPr lang="zh-CN" altLang="en-US" b="1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48CB47-C8A6-BEB4-EDF8-E5D1850CAE67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CCDC073-478A-5407-6D54-866A5E5BC2FC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B3948F4-39A1-2CC0-CD17-0BE4548A26AD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F9649E0-9AC3-FEDE-75CC-F4627E59A1D0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7" name="图形 6" descr="数据库 轮廓">
              <a:extLst>
                <a:ext uri="{FF2B5EF4-FFF2-40B4-BE49-F238E27FC236}">
                  <a16:creationId xmlns:a16="http://schemas.microsoft.com/office/drawing/2014/main" id="{BC683FBB-4DDC-F824-02A1-82BEE592D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C331FCE-6C9E-FE38-E92A-FCBB4419AD46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48C45DF-EDDB-A377-6FFF-64519AC21F75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6DEA86-9D98-5F0D-EA4A-0630C525667C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87D6E69-8206-5240-FCDC-9CCA45E6B1AC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261C34F-C031-2D25-F4C4-53D6ADA7512B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CED8EB6-A162-0711-F39E-57C6D1A78A8B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6ACB446-477D-9D52-88D5-C47CC5F8BF9C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24" name="图形 23" descr="筛选 轮廓">
              <a:extLst>
                <a:ext uri="{FF2B5EF4-FFF2-40B4-BE49-F238E27FC236}">
                  <a16:creationId xmlns:a16="http://schemas.microsoft.com/office/drawing/2014/main" id="{C31630FF-A774-9559-008D-FE968CB90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3CF260E-5D9E-3230-483A-FC60C7D1E759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9E5FE781-82B5-7F95-0C10-8870589B846D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628006E-56E9-4401-11DE-E8323A7AD129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6DCA818-8E8B-C914-8E00-BFC4F10515A2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FADF24-FE28-92AD-7B51-4520E80BEA1E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773B87F-D2CD-08BB-B2B2-A3A1D78AECC2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C7736A0-AFA8-BBD9-674F-016A5B4F9513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5C07BB0-D90E-3CB2-7058-768B65247A2F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75264B1-5433-887D-01C8-E964BDAC9B9B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BC506BF-D9BF-2C40-56D3-3699E952B4A1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6EEA2BD6-83E0-E4D6-2A44-3A68CBC6AC16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C04B037-A2F9-0451-4530-3CDA7AAAF90F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59EEE9A-6B11-6B31-A9DD-2334D3069857}"/>
              </a:ext>
            </a:extLst>
          </p:cNvPr>
          <p:cNvCxnSpPr>
            <a:stCxn id="33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113F21F-562D-C6AC-1B2D-D282BB19AE47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448E76C-091E-B509-FB39-7C6D330E2DAE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8F49CFD7-51FA-E529-35E2-2825DFE7ED89}"/>
              </a:ext>
            </a:extLst>
          </p:cNvPr>
          <p:cNvGrpSpPr/>
          <p:nvPr/>
        </p:nvGrpSpPr>
        <p:grpSpPr>
          <a:xfrm>
            <a:off x="7733264" y="4526244"/>
            <a:ext cx="1981148" cy="432299"/>
            <a:chOff x="7733264" y="4526244"/>
            <a:chExt cx="1981148" cy="43229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C3AC6129-5943-B574-F356-41FFDF3D4DF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2280325-0963-5216-E9FC-EAA3927A768A}"/>
                </a:ext>
              </a:extLst>
            </p:cNvPr>
            <p:cNvSpPr txBox="1"/>
            <p:nvPr/>
          </p:nvSpPr>
          <p:spPr>
            <a:xfrm>
              <a:off x="7733264" y="4569472"/>
              <a:ext cx="1981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FEF0DD7F-BD12-8700-F4EB-507EEB287CE1}"/>
              </a:ext>
            </a:extLst>
          </p:cNvPr>
          <p:cNvSpPr txBox="1"/>
          <p:nvPr/>
        </p:nvSpPr>
        <p:spPr>
          <a:xfrm>
            <a:off x="5467370" y="4082914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4B197A1-ED7D-C093-886F-245BAFA073B0}"/>
              </a:ext>
            </a:extLst>
          </p:cNvPr>
          <p:cNvSpPr txBox="1"/>
          <p:nvPr/>
        </p:nvSpPr>
        <p:spPr>
          <a:xfrm>
            <a:off x="5469160" y="4249246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D4395858-A05D-EE4D-A95C-4E8448860780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3A7CF09-924D-0BB9-5016-E0D2F57B2603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962605" y="3587817"/>
            <a:ext cx="14701" cy="2153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7131BD1-0044-24C2-7337-88EEC17EFEC3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779418" cy="1018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99D0A39B-B0D0-571D-6B0D-4AD0954AC289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63BDED6-B32F-62E0-3CC5-02C7446FCD07}"/>
              </a:ext>
            </a:extLst>
          </p:cNvPr>
          <p:cNvGrpSpPr/>
          <p:nvPr/>
        </p:nvGrpSpPr>
        <p:grpSpPr>
          <a:xfrm>
            <a:off x="9448260" y="5741651"/>
            <a:ext cx="3095879" cy="445551"/>
            <a:chOff x="232954" y="5737744"/>
            <a:chExt cx="3095879" cy="44555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1751EAEB-E9D1-1AC3-B0FD-3D6FF3DEBC21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26768C8-B80D-AA3B-7988-AF64F696425C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51AC08C1-D6A1-894A-48E1-CD3A5877D4AB}"/>
              </a:ext>
            </a:extLst>
          </p:cNvPr>
          <p:cNvSpPr/>
          <p:nvPr/>
        </p:nvSpPr>
        <p:spPr>
          <a:xfrm>
            <a:off x="8981093" y="5579625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4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46B7B-826D-3758-D2B6-DF59E203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235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Data screening</a:t>
            </a:r>
            <a:endParaRPr lang="zh-CN" altLang="en-US" sz="2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E833DF4-181D-EF32-B922-5D56B0B4F272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E32B4C8-0590-9925-2DEA-DFE7F26FDE44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B05F0E6-CA0C-5B7B-3A1D-30DF4DBE45FD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10F0927-1456-FBF6-63EA-033D39F87A81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8" name="图形 7" descr="数据库 轮廓">
              <a:extLst>
                <a:ext uri="{FF2B5EF4-FFF2-40B4-BE49-F238E27FC236}">
                  <a16:creationId xmlns:a16="http://schemas.microsoft.com/office/drawing/2014/main" id="{5B2DD5C3-C8E6-469D-2C4F-1A0425555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1D68699-B217-3B2E-04ED-FFBA1FDC2878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40185F4-A418-675A-AFB6-DE0DAD94177F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6532F03-D419-1DDC-140D-F320029DA5FB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984445-2D9C-CE18-CD1F-8E60858F1152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54555AD-1D8F-AA9B-43CE-44F8A53CDD2F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4987826-4675-EB5B-7391-73D887C4F253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D19ADE7-BD2E-9F60-E7F8-D02028839DD9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16" name="图形 15" descr="筛选 轮廓">
              <a:extLst>
                <a:ext uri="{FF2B5EF4-FFF2-40B4-BE49-F238E27FC236}">
                  <a16:creationId xmlns:a16="http://schemas.microsoft.com/office/drawing/2014/main" id="{94F3DCD3-EE06-931D-0A6B-0A3BAF244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F06BE80-D935-74B7-78C2-E30CADE7A21C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258A0E9E-87BF-BC55-AC37-11387ABD4FC1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40BA0AB-2879-8993-2B36-F4FDFAE2019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1E0D383-44C1-F66F-15B6-4F37314E723C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812701-9CDA-840A-E80F-7FCF9AD3CD7B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A104765-CA9B-C4B6-E25A-889CCDB41D1A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4405131-57D9-0516-BF32-DDD873856A8D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44AD251-903D-B6BD-C098-3A35706C71F7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3616325-4518-777F-90A5-84052B4809C8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435D051-95BE-FE9F-B284-1E47E4E4F518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0509E2F-EC8A-C71D-93E5-C2469935DC6C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920B56C-E632-BF66-F68B-FE125E283206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5C779BA-1CDD-BCC1-6AB8-981C975C395A}"/>
              </a:ext>
            </a:extLst>
          </p:cNvPr>
          <p:cNvCxnSpPr>
            <a:stCxn id="20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293E5BC-A2C5-C41C-6C7D-060319260C4E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B632A6F-7AC3-C82C-7623-8BB93ACF66A3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87C9A4F-5998-67FD-94BD-F5D38C17F679}"/>
              </a:ext>
            </a:extLst>
          </p:cNvPr>
          <p:cNvGrpSpPr/>
          <p:nvPr/>
        </p:nvGrpSpPr>
        <p:grpSpPr>
          <a:xfrm>
            <a:off x="7721309" y="4526244"/>
            <a:ext cx="1193074" cy="432299"/>
            <a:chOff x="7721309" y="4526244"/>
            <a:chExt cx="1193074" cy="432299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80125817-5089-1744-5951-0CB5EC05EA0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CF29954-86E4-96C8-3C83-5A9D3B949DBF}"/>
                </a:ext>
              </a:extLst>
            </p:cNvPr>
            <p:cNvSpPr txBox="1"/>
            <p:nvPr/>
          </p:nvSpPr>
          <p:spPr>
            <a:xfrm>
              <a:off x="7721309" y="4578717"/>
              <a:ext cx="11930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BF971F3B-F860-A9E2-F977-0F996298436B}"/>
              </a:ext>
            </a:extLst>
          </p:cNvPr>
          <p:cNvSpPr txBox="1"/>
          <p:nvPr/>
        </p:nvSpPr>
        <p:spPr>
          <a:xfrm>
            <a:off x="5494327" y="4071170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0BFDE48-CF92-FE19-A7DC-2433727EE1E7}"/>
              </a:ext>
            </a:extLst>
          </p:cNvPr>
          <p:cNvSpPr txBox="1"/>
          <p:nvPr/>
        </p:nvSpPr>
        <p:spPr>
          <a:xfrm>
            <a:off x="5492929" y="424443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738E15B-376C-3E73-4927-388C48975765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5415C74-4819-3AD5-F96F-ADFBED6E8AE3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9966959" y="3587817"/>
            <a:ext cx="90212" cy="2146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6C92223-937B-AE37-2BFE-CEF3FC058EC5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821468" cy="1011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FFB35E3-3B29-107C-D242-23AEA5F3B9E1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188A962-AC5D-5A7B-4915-B3A1FF4B65B0}"/>
              </a:ext>
            </a:extLst>
          </p:cNvPr>
          <p:cNvSpPr/>
          <p:nvPr/>
        </p:nvSpPr>
        <p:spPr>
          <a:xfrm>
            <a:off x="9113041" y="5558228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70C5EF-03FC-594F-B9BC-A7CCF65BC8E7}"/>
              </a:ext>
            </a:extLst>
          </p:cNvPr>
          <p:cNvGrpSpPr/>
          <p:nvPr/>
        </p:nvGrpSpPr>
        <p:grpSpPr>
          <a:xfrm>
            <a:off x="9528125" y="5734777"/>
            <a:ext cx="3095879" cy="445551"/>
            <a:chOff x="232954" y="5737744"/>
            <a:chExt cx="3095879" cy="44555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21D4AC93-9573-09CF-9183-A1A4D0449A7E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6F0AF8F-3898-0C17-6F7D-4CC41F60A2EC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9799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2D621-8353-0D97-45D9-81942CA4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0DF34-941F-F707-AEA5-6F0DADE9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235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Data screening</a:t>
            </a:r>
            <a:endParaRPr lang="zh-CN" altLang="en-US" sz="2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990435-6A77-2BD8-A4AA-B47407775741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3B8EB9E-52C8-87C7-13B3-C765B01B7E39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30D5571-3EC5-01EF-2FAE-58F9677E5332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7EAB71B-5C4D-979F-BDC4-FBBF25DC9A61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8" name="图形 7" descr="数据库 轮廓">
              <a:extLst>
                <a:ext uri="{FF2B5EF4-FFF2-40B4-BE49-F238E27FC236}">
                  <a16:creationId xmlns:a16="http://schemas.microsoft.com/office/drawing/2014/main" id="{85D74743-6448-1C4D-F323-EAE9C6A0F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827320F-727B-26EF-1D3C-C22A6CC8E610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0A3398E-8199-FC1D-7C19-4A43E8245A3B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EEEA73E-DC24-A84A-7A60-B1026CE0BCBE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704319F-721C-D667-E40A-9964AD17AFE1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8D56C0D-D07A-BF0D-3364-330BC5F94739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C592336-09BE-8356-3BE3-5C13978C1DE7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92A0E5B-F711-EF02-FF81-AAA7FB845C1B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16" name="图形 15" descr="筛选 轮廓">
              <a:extLst>
                <a:ext uri="{FF2B5EF4-FFF2-40B4-BE49-F238E27FC236}">
                  <a16:creationId xmlns:a16="http://schemas.microsoft.com/office/drawing/2014/main" id="{662E5D35-A8AE-9C6D-1217-3740BEE50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4589590-9E20-168C-65A3-DDFE69CA11B3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5339F088-015F-9704-FCEC-1A9972777419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4C1C4FB-966B-968E-C138-57233D87C4C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4E2617-78E3-EF1C-58F7-84F15650FFA7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ABDAEB-A6C9-482F-B359-BB9837BC187A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866B4CC-F86F-2766-88D8-27589A15A646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D841A3B-FF27-ED24-770B-FB99EFD4E4E5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4ED8F7E-49BF-3039-1CBE-3F11415C80C2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457E6C4-3D92-7FE1-699B-96F7274D79B5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1865E06C-59C1-6082-DC06-E93CB267FD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577" y="4279909"/>
            <a:ext cx="2485439" cy="2251132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E3FF906-80D8-9963-7D52-465E9ED548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6275" y="4164288"/>
            <a:ext cx="1975572" cy="2650921"/>
          </a:xfrm>
          <a:prstGeom prst="rect">
            <a:avLst/>
          </a:prstGeom>
        </p:spPr>
      </p:pic>
      <p:graphicFrame>
        <p:nvGraphicFramePr>
          <p:cNvPr id="54" name="图表 53">
            <a:extLst>
              <a:ext uri="{FF2B5EF4-FFF2-40B4-BE49-F238E27FC236}">
                <a16:creationId xmlns:a16="http://schemas.microsoft.com/office/drawing/2014/main" id="{AA2F9853-16F0-DA22-AA39-36ECCB8FF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34011"/>
              </p:ext>
            </p:extLst>
          </p:nvPr>
        </p:nvGraphicFramePr>
        <p:xfrm>
          <a:off x="7400038" y="505993"/>
          <a:ext cx="3966860" cy="2617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66521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EB8F-4130-DFD0-E2DE-8592A9CD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983EC-EB93-25FF-58DA-C58AB160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Decoys</a:t>
            </a:r>
            <a:r>
              <a:rPr lang="zh-CN" altLang="en-US" sz="2000" b="1" dirty="0"/>
              <a:t>生成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73F262F-FD68-F0B0-774D-F04087C1DCB5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1E20D56-8E84-1217-7C18-A4DAE659DB2A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16811BF-20B1-F491-588D-32C3FD84EB25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37ECC3E-DC12-A4B3-5C44-27D9D35ECE3A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7" name="图形 6" descr="数据库 轮廓">
              <a:extLst>
                <a:ext uri="{FF2B5EF4-FFF2-40B4-BE49-F238E27FC236}">
                  <a16:creationId xmlns:a16="http://schemas.microsoft.com/office/drawing/2014/main" id="{F6C49D04-DA70-29D4-15F8-088E15D74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3692B71-9658-B351-C372-AAAE3B1AB731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F2BE48E-6EEB-F247-6516-F7778E307E56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F4B811B-E855-EFC9-EBD6-960806004365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728F75C-B543-516C-CADE-4059F3439A5A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153A708-248A-C637-878E-83F579EF40F9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AA4382C-7499-593C-6D49-56F6CCFA2176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A36E7FB-AC81-FF03-91EA-223584305059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24" name="图形 23" descr="筛选 轮廓">
              <a:extLst>
                <a:ext uri="{FF2B5EF4-FFF2-40B4-BE49-F238E27FC236}">
                  <a16:creationId xmlns:a16="http://schemas.microsoft.com/office/drawing/2014/main" id="{D52D76EE-7B04-AAA3-6144-1B05EEE36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4801F96-0547-D3CD-2CAE-667C8AA62513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ED2757A8-7881-F39E-DB24-7523F0CD0D1A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363E365-01F4-E007-D2FC-57902FBD382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C5CDC19-842D-8A96-15F4-5A6F0E818F77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6D020D2-304C-1EFD-864F-3E53D432B838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CCDD9A4-6F57-74E8-32EF-A21885978686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A6C5D49-1A93-1478-68BE-64047FCCDA53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BE3EF24-5EE4-4256-7755-0CDE91C969C2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2BBB04D-6F0D-4733-DFB5-7963EC185B5C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6ACBAF6-1534-2EDE-DCC7-FF7893C30680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BE0A7B33-F1C9-7BD3-ED43-8CFA771DEE79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E05510C-CEAF-7204-57A2-DE63FF901489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8C37385-4D68-3F70-4793-AD576E3D6EB9}"/>
              </a:ext>
            </a:extLst>
          </p:cNvPr>
          <p:cNvCxnSpPr>
            <a:stCxn id="33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FBA660E-AE3C-2CAD-DE0F-BF78F05EA6CE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7FA2EA-1C41-DA98-EC18-8C651DA9872C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85A900A-0BD9-E971-0D27-DA19EACF3598}"/>
              </a:ext>
            </a:extLst>
          </p:cNvPr>
          <p:cNvGrpSpPr/>
          <p:nvPr/>
        </p:nvGrpSpPr>
        <p:grpSpPr>
          <a:xfrm>
            <a:off x="7741920" y="4526244"/>
            <a:ext cx="1748300" cy="617000"/>
            <a:chOff x="7741920" y="4526244"/>
            <a:chExt cx="1748300" cy="617000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2CFFDFE6-7CFC-869D-C52E-9642A9FB13A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50E68B5-48E9-0FCC-5BA8-B1BB2E826210}"/>
                </a:ext>
              </a:extLst>
            </p:cNvPr>
            <p:cNvSpPr txBox="1"/>
            <p:nvPr/>
          </p:nvSpPr>
          <p:spPr>
            <a:xfrm>
              <a:off x="7744794" y="4589246"/>
              <a:ext cx="174542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  <a:p>
              <a:endParaRPr lang="zh-CN" altLang="en-US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B703C67-2874-22F1-6C65-66192C9076D9}"/>
              </a:ext>
            </a:extLst>
          </p:cNvPr>
          <p:cNvSpPr txBox="1"/>
          <p:nvPr/>
        </p:nvSpPr>
        <p:spPr>
          <a:xfrm>
            <a:off x="5492929" y="4065695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01DE72C-AB94-AD96-70FC-0D4902377500}"/>
              </a:ext>
            </a:extLst>
          </p:cNvPr>
          <p:cNvSpPr txBox="1"/>
          <p:nvPr/>
        </p:nvSpPr>
        <p:spPr>
          <a:xfrm>
            <a:off x="5501621" y="4249246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7AD3C6A-400A-CE8F-05FA-3EFE237DA9CB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0DB46DB8-3CBD-57EB-0E35-A9C128BBAC05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966959" y="3587817"/>
            <a:ext cx="69070" cy="2117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316E384-1F82-BCE3-330C-AFBDC2D19281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834052" cy="977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98EB101-338A-765F-8ED9-EE8F12529488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20E5CC4B-FB0F-37E2-8944-13D2BA8A65D3}"/>
              </a:ext>
            </a:extLst>
          </p:cNvPr>
          <p:cNvGrpSpPr/>
          <p:nvPr/>
        </p:nvGrpSpPr>
        <p:grpSpPr>
          <a:xfrm>
            <a:off x="9506983" y="5704990"/>
            <a:ext cx="3095879" cy="445551"/>
            <a:chOff x="232954" y="5737744"/>
            <a:chExt cx="3095879" cy="44555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42B149DE-6560-67B2-2A04-98A33A67750E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2DF9F6B6-74ED-3637-E337-7B17508DADF4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AA1EC17A-4BED-E306-7606-8B6934A5D91D}"/>
              </a:ext>
            </a:extLst>
          </p:cNvPr>
          <p:cNvSpPr/>
          <p:nvPr/>
        </p:nvSpPr>
        <p:spPr>
          <a:xfrm>
            <a:off x="9113041" y="5558228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60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104E8-7873-7D49-BA92-A1740A14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91235-0296-E0A2-B43E-CE40A9AA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Decoys</a:t>
            </a:r>
            <a:r>
              <a:rPr lang="zh-CN" altLang="en-US" sz="2000" b="1" dirty="0"/>
              <a:t>生成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BE8A563-91F5-B4B6-E961-80F14EF913D9}"/>
              </a:ext>
            </a:extLst>
          </p:cNvPr>
          <p:cNvSpPr/>
          <p:nvPr/>
        </p:nvSpPr>
        <p:spPr>
          <a:xfrm>
            <a:off x="634914" y="2028053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B0877B-AE07-538F-A027-59919393B5E8}"/>
              </a:ext>
            </a:extLst>
          </p:cNvPr>
          <p:cNvSpPr txBox="1"/>
          <p:nvPr/>
        </p:nvSpPr>
        <p:spPr>
          <a:xfrm>
            <a:off x="586841" y="2059797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B8B30A-1042-8CC9-623C-6CDA19AE4F91}"/>
              </a:ext>
            </a:extLst>
          </p:cNvPr>
          <p:cNvGrpSpPr/>
          <p:nvPr/>
        </p:nvGrpSpPr>
        <p:grpSpPr>
          <a:xfrm>
            <a:off x="2850854" y="2054146"/>
            <a:ext cx="1230007" cy="432299"/>
            <a:chOff x="5710609" y="4507211"/>
            <a:chExt cx="1230007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D6D4F573-70AE-D800-3B56-588D49C3F9C0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84F79D5-A6AB-D958-392F-385E9CFC16EE}"/>
                </a:ext>
              </a:extLst>
            </p:cNvPr>
            <p:cNvSpPr txBox="1"/>
            <p:nvPr/>
          </p:nvSpPr>
          <p:spPr>
            <a:xfrm>
              <a:off x="5747542" y="4510448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E4D2B72-828A-766F-F8AE-30EEF28F1909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1697372" y="2253148"/>
            <a:ext cx="1156063" cy="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650EDA17-A8CC-9C29-FCD8-FC8404D0FE60}"/>
              </a:ext>
            </a:extLst>
          </p:cNvPr>
          <p:cNvSpPr txBox="1"/>
          <p:nvPr/>
        </p:nvSpPr>
        <p:spPr>
          <a:xfrm>
            <a:off x="1697372" y="200760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018AE1D-814E-C936-1849-5BE758979D25}"/>
              </a:ext>
            </a:extLst>
          </p:cNvPr>
          <p:cNvCxnSpPr/>
          <p:nvPr/>
        </p:nvCxnSpPr>
        <p:spPr>
          <a:xfrm>
            <a:off x="3908945" y="2245167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3935939-4722-EE19-51F7-0BD038ABB561}"/>
              </a:ext>
            </a:extLst>
          </p:cNvPr>
          <p:cNvGrpSpPr/>
          <p:nvPr/>
        </p:nvGrpSpPr>
        <p:grpSpPr>
          <a:xfrm>
            <a:off x="4882165" y="2072943"/>
            <a:ext cx="1661178" cy="432299"/>
            <a:chOff x="7741920" y="4526244"/>
            <a:chExt cx="1661178" cy="43229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6983C70F-9A41-C2B1-5CB3-2EE694D4BFBB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23B27F7-3E91-DAF1-E98F-1BC7629555BC}"/>
                </a:ext>
              </a:extLst>
            </p:cNvPr>
            <p:cNvSpPr txBox="1"/>
            <p:nvPr/>
          </p:nvSpPr>
          <p:spPr>
            <a:xfrm>
              <a:off x="7741920" y="4584860"/>
              <a:ext cx="16611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  <a:endParaRPr lang="zh-CN" altLang="en-US" sz="1200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6C85F804-0637-23C6-27D5-6F3A78123FCC}"/>
              </a:ext>
            </a:extLst>
          </p:cNvPr>
          <p:cNvSpPr txBox="1"/>
          <p:nvPr/>
        </p:nvSpPr>
        <p:spPr>
          <a:xfrm>
            <a:off x="1671675" y="2259021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ACFDD70-4C86-59EF-04E8-3731CC9DE5C9}"/>
              </a:ext>
            </a:extLst>
          </p:cNvPr>
          <p:cNvSpPr txBox="1"/>
          <p:nvPr/>
        </p:nvSpPr>
        <p:spPr>
          <a:xfrm>
            <a:off x="1671675" y="240962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BDD854D-73A8-4E39-04FA-508F37CD6C10}"/>
              </a:ext>
            </a:extLst>
          </p:cNvPr>
          <p:cNvSpPr/>
          <p:nvPr/>
        </p:nvSpPr>
        <p:spPr>
          <a:xfrm>
            <a:off x="567257" y="1207176"/>
            <a:ext cx="5528744" cy="2103119"/>
          </a:xfrm>
          <a:prstGeom prst="round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B53BFC-12BA-A67F-8955-24360991FD08}"/>
              </a:ext>
            </a:extLst>
          </p:cNvPr>
          <p:cNvSpPr txBox="1"/>
          <p:nvPr/>
        </p:nvSpPr>
        <p:spPr>
          <a:xfrm>
            <a:off x="586841" y="4372817"/>
            <a:ext cx="1571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Protenix</a:t>
            </a:r>
            <a:endParaRPr lang="zh-CN" altLang="en-US" dirty="0"/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C734E802-8825-3F79-CED3-3B27667AD38A}"/>
              </a:ext>
            </a:extLst>
          </p:cNvPr>
          <p:cNvSpPr/>
          <p:nvPr/>
        </p:nvSpPr>
        <p:spPr>
          <a:xfrm>
            <a:off x="1568741" y="3636628"/>
            <a:ext cx="302004" cy="193646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形 19" descr="数据库 轮廓">
            <a:extLst>
              <a:ext uri="{FF2B5EF4-FFF2-40B4-BE49-F238E27FC236}">
                <a16:creationId xmlns:a16="http://schemas.microsoft.com/office/drawing/2014/main" id="{C5177D81-5E44-EBAE-652A-F58064B03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9743" y="3268567"/>
            <a:ext cx="914400" cy="9144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FDD4D0B-6F64-AD80-E769-0FC18E02A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4910" y="3423690"/>
            <a:ext cx="2387308" cy="668996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C861BF1-3F41-71AD-CF47-98E0E289007B}"/>
              </a:ext>
            </a:extLst>
          </p:cNvPr>
          <p:cNvSpPr txBox="1"/>
          <p:nvPr/>
        </p:nvSpPr>
        <p:spPr>
          <a:xfrm>
            <a:off x="1870745" y="5293672"/>
            <a:ext cx="3523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CUTLASS</a:t>
            </a:r>
            <a:r>
              <a:rPr lang="zh-CN" altLang="en-US" dirty="0"/>
              <a:t>、</a:t>
            </a:r>
            <a:r>
              <a:rPr lang="en-US" altLang="zh-CN" dirty="0" err="1"/>
              <a:t>kalign</a:t>
            </a:r>
            <a:r>
              <a:rPr lang="zh-CN" altLang="en-US" dirty="0"/>
              <a:t>、</a:t>
            </a:r>
            <a:r>
              <a:rPr lang="en-US" altLang="zh-CN" dirty="0" err="1"/>
              <a:t>hmmer</a:t>
            </a:r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239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E0CD8-B842-CC98-EE38-9E396580B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259D9-99BE-CC2D-3820-D64B5C80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99" y="4240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Flow Matching</a:t>
            </a:r>
            <a:endParaRPr lang="zh-CN" altLang="en-US" sz="2000" b="1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44DC72A-CE10-707A-0C36-E2266C88C236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5E0EC85-80D0-8393-A96D-8C8A81B800A0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2DBBFEC-0DDD-E011-2732-361EB36C6337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3988868-378E-13CA-667C-0E3687220625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7" name="图形 6" descr="数据库 轮廓">
              <a:extLst>
                <a:ext uri="{FF2B5EF4-FFF2-40B4-BE49-F238E27FC236}">
                  <a16:creationId xmlns:a16="http://schemas.microsoft.com/office/drawing/2014/main" id="{A8AE5BAA-B9A8-5593-7B13-06BE1A01D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539F307-A411-E9F5-4D2D-494013F52D87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2020FC9-0B74-EF63-8F6D-839CCCC122D3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05147CD-267C-565F-F524-1E7CE987FF51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7367C44-459E-7F6C-84E1-6676D368A344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75337D0F-4E84-1A39-90AE-687B86670A06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8D21EBF-3BAB-7775-E185-C34AE66453EF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6C7019F-33DE-1CFA-A729-A683CB39DF19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24" name="图形 23" descr="筛选 轮廓">
              <a:extLst>
                <a:ext uri="{FF2B5EF4-FFF2-40B4-BE49-F238E27FC236}">
                  <a16:creationId xmlns:a16="http://schemas.microsoft.com/office/drawing/2014/main" id="{7445C4BC-5766-1495-51EB-2B6A49799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2446D79-83D3-631F-502B-E45E1EDA2C57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D27655E4-192E-CE49-0120-8571801D444E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AEF9C78-9F93-6D2F-3563-9A7F8837ABB0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92003AA-0666-5C41-F91F-63A0BB999F85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1DCDEF-595B-4A41-3970-EEAAAC82D8A0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872D9B2-10AB-C760-6956-846F31D813CA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B0EE3BFB-F6FF-839E-A3F6-83F601C78C27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005882F-95D2-EBB6-A95B-02147D58B047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52F4522-CF1C-74BF-830A-4750E3B74DC9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14AAF084-C1C1-E463-5D1F-503F5A6D6AD8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D6371D4F-10D7-BE54-6D43-B109E3647D7B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75CEF46-5B51-067C-4EB2-E56CE439662B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7F3A495-4ED1-7B93-6FFB-FA593F468EB0}"/>
              </a:ext>
            </a:extLst>
          </p:cNvPr>
          <p:cNvCxnSpPr>
            <a:stCxn id="33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B2AD9913-E4CC-3DF8-6E7B-41975AF5025B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15C7ED1-077F-8C83-5C05-D63AA553A889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75DA915-72B2-771F-9DF3-8A32DAAB0E2F}"/>
              </a:ext>
            </a:extLst>
          </p:cNvPr>
          <p:cNvGrpSpPr/>
          <p:nvPr/>
        </p:nvGrpSpPr>
        <p:grpSpPr>
          <a:xfrm>
            <a:off x="7741920" y="4526244"/>
            <a:ext cx="1220269" cy="432299"/>
            <a:chOff x="7741920" y="4526244"/>
            <a:chExt cx="1220269" cy="43229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6BF452E1-6E8B-A723-17F1-7AC989505E75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855CC199-5189-B109-22F5-C3A67A89B64E}"/>
                </a:ext>
              </a:extLst>
            </p:cNvPr>
            <p:cNvSpPr txBox="1"/>
            <p:nvPr/>
          </p:nvSpPr>
          <p:spPr>
            <a:xfrm>
              <a:off x="7769115" y="4580940"/>
              <a:ext cx="11930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38C06294-6D8A-1734-22A9-BF0E8FFEDD29}"/>
              </a:ext>
            </a:extLst>
          </p:cNvPr>
          <p:cNvSpPr txBox="1"/>
          <p:nvPr/>
        </p:nvSpPr>
        <p:spPr>
          <a:xfrm>
            <a:off x="5492929" y="4076325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7E80528-E8E4-A490-84C7-5B89D38C7881}"/>
              </a:ext>
            </a:extLst>
          </p:cNvPr>
          <p:cNvSpPr txBox="1"/>
          <p:nvPr/>
        </p:nvSpPr>
        <p:spPr>
          <a:xfrm>
            <a:off x="5492929" y="4243369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AA6FCD4F-99D8-14DE-9F8C-A62B3F8A55C9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23BCC657-FDD4-A4CB-E5A5-2CA57EE2EF7E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966959" y="3587817"/>
            <a:ext cx="69070" cy="2117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6BB0C86-D1E6-79D8-B04A-83550725636D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884386" cy="981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CBCCB0C0-A9E5-15D0-3953-62D470655A06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3A87E71-3002-DB91-E3C8-F3D0063BC8ED}"/>
              </a:ext>
            </a:extLst>
          </p:cNvPr>
          <p:cNvGrpSpPr/>
          <p:nvPr/>
        </p:nvGrpSpPr>
        <p:grpSpPr>
          <a:xfrm>
            <a:off x="9506983" y="5704990"/>
            <a:ext cx="3095879" cy="445551"/>
            <a:chOff x="232954" y="5737744"/>
            <a:chExt cx="3095879" cy="44555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FEDDBDC4-09AD-FBE7-488C-5C1BEA3B4EA1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F8AA8C0-D341-1479-07DD-C424104184D8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6C8460E2-4B65-3586-EC12-12F1EB793576}"/>
              </a:ext>
            </a:extLst>
          </p:cNvPr>
          <p:cNvSpPr/>
          <p:nvPr/>
        </p:nvSpPr>
        <p:spPr>
          <a:xfrm>
            <a:off x="9113041" y="5558228"/>
            <a:ext cx="1963024" cy="769604"/>
          </a:xfrm>
          <a:prstGeom prst="round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73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42C24-D1FA-1791-26A3-BD50C27AF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D4B4D8-28B4-61D8-C0F9-ACE4F0FCA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/>
              <a:t>More Data </a:t>
            </a:r>
            <a:r>
              <a:rPr lang="en-US" altLang="zh-CN" dirty="0"/>
              <a:t>(NAKB)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491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137</Words>
  <Application>Microsoft Office PowerPoint</Application>
  <PresentationFormat>宽屏</PresentationFormat>
  <Paragraphs>76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Overview</vt:lpstr>
      <vt:lpstr>Data screening</vt:lpstr>
      <vt:lpstr>Data screening</vt:lpstr>
      <vt:lpstr>Decoys生成</vt:lpstr>
      <vt:lpstr>Decoys生成</vt:lpstr>
      <vt:lpstr>Flow Matching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64</cp:revision>
  <dcterms:created xsi:type="dcterms:W3CDTF">2026-03-11T09:45:15Z</dcterms:created>
  <dcterms:modified xsi:type="dcterms:W3CDTF">2026-03-11T13:22:26Z</dcterms:modified>
</cp:coreProperties>
</file>