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2" r:id="rId2"/>
    <p:sldId id="259" r:id="rId3"/>
    <p:sldId id="270" r:id="rId4"/>
    <p:sldId id="273" r:id="rId5"/>
    <p:sldId id="26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23" autoAdjust="0"/>
  </p:normalViewPr>
  <p:slideViewPr>
    <p:cSldViewPr snapToGrid="0">
      <p:cViewPr varScale="1">
        <p:scale>
          <a:sx n="146" d="100"/>
          <a:sy n="146" d="100"/>
        </p:scale>
        <p:origin x="6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CC9CD-6638-49BE-BC62-B84BC9BF0AFE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C29-8C47-43D8-B711-B0BE1BDD4F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65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Kabsch </a:t>
            </a:r>
            <a:r>
              <a:rPr lang="zh-CN" alt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</a:t>
            </a:r>
            <a:endParaRPr lang="en-US" altLang="zh-CN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带预热的余弦退火重启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E2C29-8C47-43D8-B711-B0BE1BDD4F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057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Kabsch </a:t>
            </a:r>
            <a:r>
              <a:rPr lang="zh-CN" alt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</a:t>
            </a:r>
            <a:endParaRPr lang="en-US" altLang="zh-CN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带预热的余弦退火重启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E2C29-8C47-43D8-B711-B0BE1BDD4F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919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94E93-AB50-359E-2C9C-68ABAE3A7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0C3B8C-34F5-6F82-5D9E-C4A4E5FAE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E4D28-971A-4692-C3A3-1C17F041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95F1CC-D9AF-9F0E-094D-6C758737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A7576-B2B8-4342-D130-955CCF30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6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B0690-435F-C248-BEA5-E7161A95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6EE637-93B4-6A17-CCEF-37D69F7CF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FCF204-D8B1-EF09-A5A8-90136A46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DBF490-9FE8-21F4-66A2-469F40E8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CBA61-BA23-A21F-F27B-661BF2B5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36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E43F3-9D10-6A73-A7CD-C68FC088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A2858E-16A9-E6B8-267B-ED1F1D80F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019B4-EE95-AA83-E363-E308242B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C4341-E62A-7215-F8D7-19F1D8EA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7749AB-A8C8-4BA4-62F9-40E55F0C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7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D6946-B34A-FE98-BBCE-A8755B24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2E86F-61E1-AC6A-F0BE-07538D8B1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68E58E-BCB1-8F2F-0438-1F6A55DE6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89ADE5-51B8-258A-0889-812B66C9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F5AF51-40AD-38D9-6812-A4B8955E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6F348F-CA6D-2D9B-08C6-E230438D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8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7A173-12F0-36E0-3F4D-A420AAE6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587C01-B1A1-39F6-1AF0-27594B02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D2FD2F-D14D-87E9-91B2-A46E5D5ED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4361A3-EC17-FA8E-D8B3-B1E03C6A1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D7C7EB-3D66-46B1-0C00-2130A5216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994148-C46F-6750-19DE-873015EA3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0EE3CF-6114-8D26-6169-91F606E5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E07BA9-D237-8F44-8D10-2870754D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551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6D73F-887D-0B02-F776-251D9061B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446729-545F-5FF7-D036-0D1AEC01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EB323B-ED28-DDFF-343C-249641D8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6A30E1-2066-9CD4-8FB2-16954FBD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33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F153A5-9C0E-A1B7-C6E6-ED5FD19E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868CD5-E454-2068-524A-CEBA52FA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E25F8E-2AF1-0BED-6379-791EEA8F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69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F3F8E-69D2-02E7-C2CA-5AA99C2F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278FC-0C23-52D9-E632-40B977FBD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033EFF-D038-B84D-2002-CF364D528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1035F1-670F-7B02-EC18-16DC0ACC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9B1200-F5D1-818E-B873-18132579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DBA059-68FD-5D7D-0663-BF8070D3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25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8700C7-9FFD-91CD-0871-CAB0636B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23B0DF-FA10-97BA-E6A7-B5D8F5462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C1B9E8-FAC8-A6A9-B4B8-D99060948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4E32A3-FC1D-9E23-2DEB-9762D4D2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8C2573-D19A-4190-8868-F2038847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81B2E7-0562-8A51-7F93-27DFAC51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1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3F856-D2C5-4AEE-5CFC-62720E20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6BF573-93F8-AC9C-6DB1-9A388E234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96F784-2E1F-AEE6-C23C-5E5F39DF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BD2169-2FFF-3723-21EF-D1B269F9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9421AD-C29C-1DFD-77D7-174EDB05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671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DD13AD-B5F3-35CD-057A-FB7EA249F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E94B16-AD19-6146-2D16-1C2C6478E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AC024F-5B55-BBAB-53F0-F77412A6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243C8-F5F2-C8B6-5481-B9D048E4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D3D4BA-A304-D424-F925-F7C370F1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91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171196-E749-46D4-955F-28677A49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8B4FC9-E48B-0E40-67E2-DADC751A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3148A0-5A12-70F6-DA76-9C1771224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04977-D718-4801-9A76-1C02E492AAC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EB24AC-EC5F-601D-07FD-C83EA3FE4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D54909-2051-291B-57CD-3B64F0990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84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BAE9A7F-1B45-3DF1-EFF4-B62ED6550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32" y="0"/>
            <a:ext cx="3944982" cy="20723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36A18B-D070-64BD-D0A8-70DEAF833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150" y="0"/>
            <a:ext cx="4236722" cy="22256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B75143-E7F8-266E-8C5A-02C95D2A3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872" y="1"/>
            <a:ext cx="4053263" cy="21292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0497702-53BF-3F3E-632C-028537F31DE0}"/>
              </a:ext>
            </a:extLst>
          </p:cNvPr>
          <p:cNvSpPr txBox="1"/>
          <p:nvPr/>
        </p:nvSpPr>
        <p:spPr>
          <a:xfrm>
            <a:off x="1491345" y="2129247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186298-D03D-9799-55C6-48B635DF5A33}"/>
              </a:ext>
            </a:extLst>
          </p:cNvPr>
          <p:cNvSpPr txBox="1"/>
          <p:nvPr/>
        </p:nvSpPr>
        <p:spPr>
          <a:xfrm>
            <a:off x="5582196" y="2134180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E86804-7F84-281F-BBC2-CE64FE49ECFA}"/>
              </a:ext>
            </a:extLst>
          </p:cNvPr>
          <p:cNvSpPr txBox="1"/>
          <p:nvPr/>
        </p:nvSpPr>
        <p:spPr>
          <a:xfrm>
            <a:off x="9727188" y="2129247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1-3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7137549-7F26-843F-FD10-BE886AF77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150" y="2912480"/>
            <a:ext cx="4236722" cy="222562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E9D9904-722F-34FC-06FB-AF92076216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872" y="3157493"/>
            <a:ext cx="4055130" cy="213022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B3CEB62-E361-0115-6440-B024715689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03" y="3157493"/>
            <a:ext cx="3946653" cy="207324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550BA8F-823D-A3CC-B59B-D6DF0119D624}"/>
              </a:ext>
            </a:extLst>
          </p:cNvPr>
          <p:cNvSpPr txBox="1"/>
          <p:nvPr/>
        </p:nvSpPr>
        <p:spPr>
          <a:xfrm>
            <a:off x="1490508" y="5291082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1-4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8D2FBD-29C1-31DD-F908-7DF6A4E3C6AA}"/>
              </a:ext>
            </a:extLst>
          </p:cNvPr>
          <p:cNvSpPr txBox="1"/>
          <p:nvPr/>
        </p:nvSpPr>
        <p:spPr>
          <a:xfrm>
            <a:off x="5582195" y="5413002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1-5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4E3236-22F1-D04A-5D35-D846D31BAD46}"/>
              </a:ext>
            </a:extLst>
          </p:cNvPr>
          <p:cNvSpPr txBox="1"/>
          <p:nvPr/>
        </p:nvSpPr>
        <p:spPr>
          <a:xfrm>
            <a:off x="9727188" y="5502878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1-6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04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2B55468-A449-FD9F-388D-30EB43220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504" y="1663338"/>
            <a:ext cx="6171496" cy="32419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A15BB5-04ED-992B-DD31-DD70F332C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97948"/>
            <a:ext cx="6022295" cy="316361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F72738A-6A7B-8909-DBD4-D32082D17B9B}"/>
              </a:ext>
            </a:extLst>
          </p:cNvPr>
          <p:cNvSpPr txBox="1"/>
          <p:nvPr/>
        </p:nvSpPr>
        <p:spPr>
          <a:xfrm>
            <a:off x="2564831" y="4975386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2-1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233E07-E6D8-CFBA-F571-5D20BDBE5FD7}"/>
              </a:ext>
            </a:extLst>
          </p:cNvPr>
          <p:cNvSpPr txBox="1"/>
          <p:nvPr/>
        </p:nvSpPr>
        <p:spPr>
          <a:xfrm>
            <a:off x="8659937" y="5055950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2-2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08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DD1BD2-7ED3-C83B-DFA1-01696A31A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7113"/>
            <a:ext cx="6004410" cy="31542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BECF7E-017D-2122-E381-9805E957F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0571" cy="29735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A30D2A8-C8E4-2E5A-DCD0-BEF21A1C35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775" y="0"/>
            <a:ext cx="5929225" cy="311471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F2FA879-7F7A-CF9B-5AB6-71E862F61F6F}"/>
              </a:ext>
            </a:extLst>
          </p:cNvPr>
          <p:cNvSpPr txBox="1"/>
          <p:nvPr/>
        </p:nvSpPr>
        <p:spPr>
          <a:xfrm>
            <a:off x="2383970" y="3155294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3-1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0AD70C-3EAC-3D82-7B85-C215E61C125A}"/>
              </a:ext>
            </a:extLst>
          </p:cNvPr>
          <p:cNvSpPr txBox="1"/>
          <p:nvPr/>
        </p:nvSpPr>
        <p:spPr>
          <a:xfrm>
            <a:off x="9030945" y="3155294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3-2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CBA44E-B24C-5803-D6EE-1FB62E7EA6D0}"/>
              </a:ext>
            </a:extLst>
          </p:cNvPr>
          <p:cNvSpPr txBox="1"/>
          <p:nvPr/>
        </p:nvSpPr>
        <p:spPr>
          <a:xfrm>
            <a:off x="2383969" y="6488668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3-3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870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64702D0B-AB38-0EA7-DE59-91F8895FF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86" y="-87087"/>
            <a:ext cx="8019428" cy="30348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811A031-35AB-2F2B-B18E-3E2BCFD6E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838" y="3570557"/>
            <a:ext cx="7876324" cy="28806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28D8066-418C-B17E-BEC4-7B8A7A1D2040}"/>
              </a:ext>
            </a:extLst>
          </p:cNvPr>
          <p:cNvSpPr txBox="1"/>
          <p:nvPr/>
        </p:nvSpPr>
        <p:spPr>
          <a:xfrm>
            <a:off x="4563448" y="3059668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4-1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5D9F9F-542F-A884-1377-202B7F1C40C5}"/>
              </a:ext>
            </a:extLst>
          </p:cNvPr>
          <p:cNvSpPr txBox="1"/>
          <p:nvPr/>
        </p:nvSpPr>
        <p:spPr>
          <a:xfrm>
            <a:off x="4563448" y="6451205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4-2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647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753B83-2E21-A379-8516-D8B1FF1E0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805" y="131049"/>
            <a:ext cx="1800137" cy="4561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616E5C-C1D2-D0C2-73D3-81F798F141C0}"/>
              </a:ext>
            </a:extLst>
          </p:cNvPr>
          <p:cNvSpPr txBox="1"/>
          <p:nvPr/>
        </p:nvSpPr>
        <p:spPr>
          <a:xfrm>
            <a:off x="352338" y="859872"/>
            <a:ext cx="10683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特征过少？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/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过拟合？</a:t>
            </a:r>
          </a:p>
        </p:txBody>
      </p:sp>
    </p:spTree>
    <p:extLst>
      <p:ext uri="{BB962C8B-B14F-4D97-AF65-F5344CB8AC3E}">
        <p14:creationId xmlns:p14="http://schemas.microsoft.com/office/powerpoint/2010/main" val="139681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58</Words>
  <Application>Microsoft Office PowerPoint</Application>
  <PresentationFormat>宽屏</PresentationFormat>
  <Paragraphs>23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黑体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112</cp:revision>
  <dcterms:created xsi:type="dcterms:W3CDTF">2026-05-20T08:25:10Z</dcterms:created>
  <dcterms:modified xsi:type="dcterms:W3CDTF">2026-06-18T00:49:26Z</dcterms:modified>
</cp:coreProperties>
</file>