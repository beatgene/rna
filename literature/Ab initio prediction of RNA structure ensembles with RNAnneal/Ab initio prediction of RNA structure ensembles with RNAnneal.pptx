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41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6F52D-BCA1-629E-9C0B-81CB2A6799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62D2E9-DA66-AEEC-33D2-3D954B943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229CCA-BCCA-D1CF-7306-B902BA598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92DE-099C-4086-87B4-81563B0EC7D1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348974-34E8-E645-EE8E-E958CDFF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FFB4AF-5CCE-C6FE-B8A3-C15922A66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8D70-508B-42E2-98CC-9FABE7606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430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3269F-EFB1-6F3C-7B46-ECADBF7DA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BB4BA3-6E51-E798-358F-442485B30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EBE18F-D816-7B23-1879-3F4ABBA0D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92DE-099C-4086-87B4-81563B0EC7D1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995A-96D4-BAA3-7526-B24E811E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D6880C-3E32-5EA5-1864-C81B9A7C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8D70-508B-42E2-98CC-9FABE7606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712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2D12A1-9143-302A-70E4-701012472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D6E6B7-FA23-5AC3-E38D-0E5334BA4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3597B2-3B71-D919-7076-469451FBC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92DE-099C-4086-87B4-81563B0EC7D1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D0F0CB-A431-9B5F-E0B8-0286A1F9B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9CB358-A30A-068B-D006-76C09D508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8D70-508B-42E2-98CC-9FABE7606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75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599422-2EBF-3B56-6B57-0C18E6A3E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D66BD1-FDF6-0F77-2F62-7345542CA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DCB6CB-C3B3-3998-BD2D-8D4525E10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BA58B7-72C7-6046-F84A-C93D3CD3E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92DE-099C-4086-87B4-81563B0EC7D1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6022E3-AAE5-BF48-304F-029FA5B21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8D2477-B9AC-82CC-6802-BE868B2D7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8D70-508B-42E2-98CC-9FABE7606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15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D99BD-6B39-EE36-B347-1CF271BC4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A01251-851D-520B-5A6F-30909A4B3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AAB002-C7EE-1337-A801-CE513B20C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2A1427-7A2C-AB41-B02C-738DCF1946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ECCB8E1-0E63-EC92-EA69-82D59C0A81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AB14716-8BC8-2862-4BBE-E3B91020E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92DE-099C-4086-87B4-81563B0EC7D1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9762B37-77D7-D7D2-392B-C1874100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E3DDA7-4198-AEA4-345B-6370A9468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8D70-508B-42E2-98CC-9FABE7606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754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7F6235-DA5F-1CAE-1133-53A4ACCB0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B97C3F-6D5B-1978-A3F2-EB2B71E1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92DE-099C-4086-87B4-81563B0EC7D1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0DB45C-AE26-F8F6-1733-21C525EAC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407571-6642-9C86-9DFC-6AA4F9B48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8D70-508B-42E2-98CC-9FABE7606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617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B1837F-EBC1-199B-DA4E-D0740820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92DE-099C-4086-87B4-81563B0EC7D1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07D57A-3CFA-380C-4D5F-8A9193AC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3721DC-79EB-C2C4-0930-0256C2E52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8D70-508B-42E2-98CC-9FABE7606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224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5E54C-2093-904D-1986-E2297C907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7089E9-87CB-82A2-56BA-1F85F0746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FDD739-2966-D822-B2D3-520CFE725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2DF95C-DEDB-57BB-A6EE-2DDF43E2E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92DE-099C-4086-87B4-81563B0EC7D1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450746-A428-7955-4C1B-36F54A569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8B0B62-DD69-71B1-008F-227E862A8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8D70-508B-42E2-98CC-9FABE7606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727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788FE0-4ECB-8BEF-932D-8AEE9F7E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317B9A3-B7EC-C096-7257-85C247AE7F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B68008-56AC-8D96-AE4B-4E31F56E1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ED6755-EC9F-8904-0375-F34C90DD5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92DE-099C-4086-87B4-81563B0EC7D1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E21300-290D-29CE-33D4-55CAFA4ED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C74297-3767-A4B5-DABE-5355AC7A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8D70-508B-42E2-98CC-9FABE7606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174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8285E-1218-11C8-9823-E0AC30AE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F48B7F-02A3-FDE3-0735-EFE3C5717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E62662-6A10-2936-D27B-751C7A26D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92DE-099C-4086-87B4-81563B0EC7D1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2BC864-C423-3FEF-1EE1-5A3D67620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1C404A-C5DC-A3C6-C75B-D987250A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8D70-508B-42E2-98CC-9FABE7606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912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CCD22C-C4CA-C557-20E9-ECCE01D4E7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3E0E1E-D1B1-74B9-2F43-C9513C0D3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C073CD-F8F2-2156-6553-8069F6415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C92DE-099C-4086-87B4-81563B0EC7D1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994223-EE6D-587E-E2FD-FDD2DCB8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99C137-906A-68ED-1BB6-499BB9B0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8D70-508B-42E2-98CC-9FABE7606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172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57FB122-0F8C-5ACE-564B-89F0EE41F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7F3872-3371-070C-A5DD-585EDF08B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8AE017-8264-6C1B-8448-26758F7A8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8C92DE-099C-4086-87B4-81563B0EC7D1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213DDE-B2E3-199F-AA03-03F57BFA0C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47DD1-8D97-4A57-F7F8-54CDCE355B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1A8D70-508B-42E2-98CC-9FABE76065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301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5B51E3-59B2-E5D1-A005-35390B78F2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 initio prediction of RNA structure ensembles with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RNAnneal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766D9A-8604-B530-E586-934489FEBB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3564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92441E-0A24-FF67-8C6F-6B62AB079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52F813-4184-A129-2F64-604C68A1E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9866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RNAnneal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unsupervised, ab initio method for predicting RNA structural ensembles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738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99DA5-DA05-159B-1D2B-9607FA6DC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structural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3F7C333-2F30-65A1-2DB5-44D564E221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171" y="1690688"/>
            <a:ext cx="10515600" cy="175447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965CD1E-CE51-7AAD-FB97-1903DB77E2B0}"/>
              </a:ext>
            </a:extLst>
          </p:cNvPr>
          <p:cNvSpPr txBox="1"/>
          <p:nvPr/>
        </p:nvSpPr>
        <p:spPr>
          <a:xfrm>
            <a:off x="838200" y="4162929"/>
            <a:ext cx="1967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prediction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1004569-C37C-BAF0-431E-E766DD173AA6}"/>
              </a:ext>
            </a:extLst>
          </p:cNvPr>
          <p:cNvCxnSpPr>
            <a:cxnSpLocks/>
          </p:cNvCxnSpPr>
          <p:nvPr/>
        </p:nvCxnSpPr>
        <p:spPr>
          <a:xfrm>
            <a:off x="2806117" y="4366470"/>
            <a:ext cx="11870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C57812B-76E1-7795-CF97-8C8D82783B88}"/>
              </a:ext>
            </a:extLst>
          </p:cNvPr>
          <p:cNvSpPr txBox="1"/>
          <p:nvPr/>
        </p:nvSpPr>
        <p:spPr>
          <a:xfrm>
            <a:off x="4076001" y="4162929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picking them out of the ensemble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921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B6602-C26B-2CDA-5B3E-FF46D1F60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1226C1-5F47-D84B-811F-F1B6909ED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533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B371D-C00B-8CBA-AE5D-43D5AD829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C23A11-E752-2BEE-8975-77400EF26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184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149</Words>
  <Application>Microsoft Office PowerPoint</Application>
  <PresentationFormat>宽屏</PresentationFormat>
  <Paragraphs>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Times New Roman</vt:lpstr>
      <vt:lpstr>Office 主题​​</vt:lpstr>
      <vt:lpstr>Ab initio prediction of RNA structure ensembles with RNAnneal</vt:lpstr>
      <vt:lpstr>WHAT</vt:lpstr>
      <vt:lpstr>candidate structural ensemble 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庭浩 夏</dc:creator>
  <cp:lastModifiedBy>庭浩 夏</cp:lastModifiedBy>
  <cp:revision>12</cp:revision>
  <dcterms:created xsi:type="dcterms:W3CDTF">2026-08-19T08:55:23Z</dcterms:created>
  <dcterms:modified xsi:type="dcterms:W3CDTF">2026-08-25T08:43:28Z</dcterms:modified>
</cp:coreProperties>
</file>