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52" d="100"/>
          <a:sy n="152" d="100"/>
        </p:scale>
        <p:origin x="416" y="1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89E3E0-6F7F-6272-A52E-4B9FF0644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D74B6F-3ACE-3FC5-D45B-1137D5BB5F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09B903-2CF4-AEDA-91AF-28668DE60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C1EC-27BC-4A92-86DF-76A86FDF6B9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8980BD-7AB8-7F57-43A5-F2EB6129F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8AFCCA-ADC8-DCF9-047E-91FE318B8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BB953-DE7A-4504-A0B4-2E57B9307A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148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960028-D9A4-3A9B-8D22-16C6C72BF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FFEC23-C737-F0DD-C828-20925C679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9E2EA6-209D-E3E1-B706-C9EAAE87C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C1EC-27BC-4A92-86DF-76A86FDF6B9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F358C1-23AE-FF1A-5474-96CA256AB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3C37CB-E3D0-2FF5-488E-FD8326173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BB953-DE7A-4504-A0B4-2E57B9307A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69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4BCB7F-9582-8F52-89BB-9F05F0FDC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4E7B1D-1FF9-72D7-B784-8646A2D09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B754BD-BE1F-C061-7680-75D687F32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C1EC-27BC-4A92-86DF-76A86FDF6B9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EDAB16-5E11-4C63-2685-F8C9E3EB4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4D5A0F-EE7E-E154-483E-597E04F54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BB953-DE7A-4504-A0B4-2E57B9307A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479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F5D4DE-9A63-35D7-7634-B4A5EEF60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C0E6BC-98B8-FA6A-AD78-F4948B686D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A3C7F58-4F10-F67A-459F-97A35A690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5A396E-13EC-6C77-0B21-55AA1A301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C1EC-27BC-4A92-86DF-76A86FDF6B9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750A73-AA11-104F-FF3C-17E64C36D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746CF3-B796-0992-138D-733AE186D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BB953-DE7A-4504-A0B4-2E57B9307A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0700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DCC123-5250-3BD9-30DD-F31607059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A9FA10-FB37-9E19-FB6F-368DEC4C2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289C77-64FA-75BD-9050-2EE398E70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B993347-E4CB-961E-C033-DCCB96251E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34A1800-8A2C-BD68-F36E-70AF0AE04B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08DE083-B1DE-F350-5172-20B3D1276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C1EC-27BC-4A92-86DF-76A86FDF6B9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F4A4302-D7E1-9485-AAFD-94647F83F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43D038-3FD9-082B-B3BC-0B755954D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BB953-DE7A-4504-A0B4-2E57B9307A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0943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BAE80E-C4B2-62EC-E59D-E03AD7394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519AA03-6B8E-2DE6-D25C-B8ADB3DAE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C1EC-27BC-4A92-86DF-76A86FDF6B9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44B9D1B-6720-5499-E01A-27B0F75E1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73E4ACA-436B-810C-4B8D-BFF5E968E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BB953-DE7A-4504-A0B4-2E57B9307A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337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E891C4C-FF4B-5DEA-26BA-2EEAEFDF5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C1EC-27BC-4A92-86DF-76A86FDF6B9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C995162-BD51-B1ED-921E-36BB0678A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71EE06-E284-CE17-55E3-E123668C3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BB953-DE7A-4504-A0B4-2E57B9307A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968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70666C-3AC1-32BF-9469-731DD8A81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9AA079-1D8E-D2B4-FD3E-FA6959061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CFC9D2A-3B65-77D5-E5F4-98AD09E43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2C7138-32A8-BB1A-2FCF-A45EC6E74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C1EC-27BC-4A92-86DF-76A86FDF6B9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DEC4A2-A867-1A78-A222-96A8A362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C9AA21-35FE-F1C4-465B-F5DD1007C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BB953-DE7A-4504-A0B4-2E57B9307A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726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DDAAD0-91E9-8C2B-4443-0001A1EB8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1B6E8E1-6A08-0DFE-A8C0-FD25E89BE6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F9B722-7332-E90C-787E-3F6A67D50C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8FBA30-4E30-2C9E-2F8F-F8008D573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C1EC-27BC-4A92-86DF-76A86FDF6B9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08CB8E-74E5-DD98-8C42-EB0BFDB17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B4C89B-4D30-EE7C-7520-21DF4BCCE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BB953-DE7A-4504-A0B4-2E57B9307A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3096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0D201D-D9F1-EA92-608B-0A245B038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CAEAAA-109D-3AF7-FF5B-919D8BD824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7A22A2-B068-3831-FBEC-EB2D36BF0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C1EC-27BC-4A92-86DF-76A86FDF6B9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970265-B2AE-9550-5BE2-D0BC5C873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421499-5512-BCD4-74A5-4509960B3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BB953-DE7A-4504-A0B4-2E57B9307A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970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BFD4A18-5592-80D4-DC7B-EFB068AAEF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6427C7-E3CC-B778-0912-326CC0500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EAFD44-CFC7-97B7-026A-D7BB5B2E9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C1EC-27BC-4A92-86DF-76A86FDF6B9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4429BA-EF32-73FC-0AD5-3D7E87B9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7F22D6-5FC5-935C-542D-E187B4C66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BB953-DE7A-4504-A0B4-2E57B9307A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691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138BBCA-124C-CD12-CF1E-2BD0B965C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CBF9B5-125C-F39B-2DF6-E0797A350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476752-8C8C-5174-A371-7F57C66ABB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0EC1EC-27BC-4A92-86DF-76A86FDF6B9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06BA5D-F960-5095-F779-4BC6FFB490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95682F-6D3A-601D-2E83-02B03275C1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EBB953-DE7A-4504-A0B4-2E57B9307A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663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6E52DA-D076-E071-E9D4-A65DDFF604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033DFDE-6A65-38D3-4122-976C0FF9A0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123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庭浩 夏</dc:creator>
  <cp:lastModifiedBy>庭浩 夏</cp:lastModifiedBy>
  <cp:revision>1</cp:revision>
  <dcterms:created xsi:type="dcterms:W3CDTF">2026-09-01T08:14:39Z</dcterms:created>
  <dcterms:modified xsi:type="dcterms:W3CDTF">2026-09-01T08:14:44Z</dcterms:modified>
</cp:coreProperties>
</file>